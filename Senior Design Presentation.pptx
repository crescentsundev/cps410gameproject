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ac1b9a3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ac1b9a3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ac1b9a35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ac1b9a35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ac1b9a35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ac1b9a35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c1b9a35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ac1b9a35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ac1b9a35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ac1b9a35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9566ba4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9566ba4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ac1b9a35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ac1b9a35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2c4e500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a2c4e50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/>
              <a:t>Gravity Courier</a:t>
            </a:r>
            <a:endParaRPr b="1" sz="4600"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#9 - Wyatt Cook, Janeane Westmoreland, Joseph Hammock, Aurelia Deines, Brayden Kielb, Brian Vorac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445025"/>
            <a:ext cx="3648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0" y="1388725"/>
            <a:ext cx="46236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Motivation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Create a short and entertaining space themed 2D-platformer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Challenge players with hazardous environments and difficult platforming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Provide a unique and memorable story for players to engage with</a:t>
            </a:r>
            <a:endParaRPr/>
          </a:p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Summary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Gravity Courier is a space themed 2D-platformer built using Unity.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It puts players in the role of a delivery person working to pay off their debt by delivering packages to various planets across the solar system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 game features four different levels, a world map, and custom artwork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3625" y="1284724"/>
            <a:ext cx="4340401" cy="24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445025"/>
            <a:ext cx="3942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Used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1351375"/>
            <a:ext cx="4260300" cy="37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Game engine &amp; game development software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as primary development tool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Microsoft Visual Studio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 used for coding in various programming languages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to code C# scripts for Unity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Clip Studio Paint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Art creation software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to create player sprites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Git &amp; GitHub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Collaborative development tool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to share project files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562" y="2468437"/>
            <a:ext cx="1887875" cy="188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5250" y="1253463"/>
            <a:ext cx="1887876" cy="188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700" y="52100"/>
            <a:ext cx="3729700" cy="135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41275" y="3324925"/>
            <a:ext cx="1751849" cy="1751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and Specifications Overview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87900" y="1315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460"/>
              <a:t>Functional Requirements</a:t>
            </a:r>
            <a:r>
              <a:rPr lang="en" sz="1460"/>
              <a:t>:</a:t>
            </a:r>
            <a:endParaRPr sz="146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• Core platforming (movement, hazards, scoring)</a:t>
            </a:r>
            <a:endParaRPr sz="146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• Basic enemy AI + level progression</a:t>
            </a:r>
            <a:endParaRPr sz="146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• Limited multiplayer: view other players’ scores</a:t>
            </a:r>
            <a:endParaRPr sz="146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• Credits section listing all assets and sources</a:t>
            </a:r>
            <a:endParaRPr sz="146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6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460"/>
              <a:t>Nonfunctional Requirements</a:t>
            </a:r>
            <a:r>
              <a:rPr lang="en" sz="1460"/>
              <a:t>:</a:t>
            </a:r>
            <a:endParaRPr sz="146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• Tools: Unity, Clip Studio, Visual Studio/VS Code</a:t>
            </a:r>
            <a:endParaRPr sz="146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460"/>
              <a:t>• Smooth game performance</a:t>
            </a:r>
            <a:endParaRPr sz="1460"/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n" sz="1460"/>
              <a:t>• Organized project structure + maintained documentation</a:t>
            </a:r>
            <a:endParaRPr sz="146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Development Methodology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Kanban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Trello board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 meetings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Asynchronous communication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Discord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Github</a:t>
            </a:r>
            <a:endParaRPr/>
          </a:p>
        </p:txBody>
      </p:sp>
      <p:pic>
        <p:nvPicPr>
          <p:cNvPr id="94" name="Google Shape;94;p17" title="pngeg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875" y="1013325"/>
            <a:ext cx="1614324" cy="161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pngegg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5223" y="1684225"/>
            <a:ext cx="2364925" cy="177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 title="4ed41ac3d7f41c07679d1d26d5e0c86f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3750" y="2844300"/>
            <a:ext cx="1959400" cy="19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2027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Done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348225"/>
            <a:ext cx="404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Player Scripting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Jumps, double jumps, wall slides, wall jumps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Score System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Main Menu Navigation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Working buttons to transition menus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Take player name </a:t>
            </a:r>
            <a:r>
              <a:rPr lang="en"/>
              <a:t>input</a:t>
            </a:r>
            <a:r>
              <a:rPr lang="en"/>
              <a:t> for score system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Four Completed Levels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Mercury, Venus, Moon, Mars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World Map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Sound Effects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Level Start/Exit Animations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Custom Sprites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Player, naval mines, planets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658275"/>
            <a:ext cx="4247000" cy="2350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8500" y="152400"/>
            <a:ext cx="4213993" cy="235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Cut Content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87900" y="1489825"/>
            <a:ext cx="43386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Intended to span 8+ levels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Cut down to 4 due to time constraints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Level Transition Minigame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Wanted player to fly between levels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Decided to go with classic ‘world map’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Ending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Wanted escape sequence as final stage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Cut due to time constraints</a:t>
            </a:r>
            <a:endParaRPr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0600" y="2682325"/>
            <a:ext cx="3855474" cy="20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 title="mo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1488" y="-388879"/>
            <a:ext cx="1857350" cy="195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 title="mercury.png"/>
          <p:cNvPicPr preferRelativeResize="0"/>
          <p:nvPr/>
        </p:nvPicPr>
        <p:blipFill rotWithShape="1">
          <a:blip r:embed="rId5">
            <a:alphaModFix/>
          </a:blip>
          <a:srcRect b="-8800" l="-6690" r="6690" t="8800"/>
          <a:stretch/>
        </p:blipFill>
        <p:spPr>
          <a:xfrm>
            <a:off x="7662700" y="6732"/>
            <a:ext cx="1553650" cy="1636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 title="mar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0213" y="683635"/>
            <a:ext cx="2027950" cy="21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 title="earth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39050" y="656038"/>
            <a:ext cx="2080300" cy="219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311700" y="1183275"/>
            <a:ext cx="4260300" cy="31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2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95"/>
              <a:buChar char="●"/>
            </a:pPr>
            <a:r>
              <a:rPr lang="en" sz="1695"/>
              <a:t>More Levels</a:t>
            </a:r>
            <a:endParaRPr sz="1695"/>
          </a:p>
          <a:p>
            <a:pPr indent="-31654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85"/>
              <a:buChar char="○"/>
            </a:pPr>
            <a:r>
              <a:rPr lang="en" sz="1385"/>
              <a:t>Create levels for the moons of Jupiter and beyond</a:t>
            </a:r>
            <a:endParaRPr sz="1385"/>
          </a:p>
          <a:p>
            <a:pPr indent="-3362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95"/>
              <a:buChar char="●"/>
            </a:pPr>
            <a:r>
              <a:rPr lang="en" sz="1695"/>
              <a:t>Dynamic Enemies/Obstacles</a:t>
            </a:r>
            <a:endParaRPr sz="1695"/>
          </a:p>
          <a:p>
            <a:pPr indent="-31654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85"/>
              <a:buChar char="○"/>
            </a:pPr>
            <a:r>
              <a:rPr lang="en" sz="1385"/>
              <a:t>Program hazards that target/react to player</a:t>
            </a:r>
            <a:endParaRPr sz="1385"/>
          </a:p>
          <a:p>
            <a:pPr indent="-3362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95"/>
              <a:buChar char="●"/>
            </a:pPr>
            <a:r>
              <a:rPr lang="en" sz="1695"/>
              <a:t>Narrative Expansion &amp; Worldbuilding</a:t>
            </a:r>
            <a:endParaRPr sz="1695"/>
          </a:p>
          <a:p>
            <a:pPr indent="-31654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85"/>
              <a:buChar char="○"/>
            </a:pPr>
            <a:r>
              <a:rPr lang="en" sz="1385"/>
              <a:t>Side quests or optional storylines tied to each planet/moon</a:t>
            </a:r>
            <a:endParaRPr sz="1385"/>
          </a:p>
          <a:p>
            <a:pPr indent="-31654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85"/>
              <a:buChar char="○"/>
            </a:pPr>
            <a:r>
              <a:rPr lang="en" sz="1385"/>
              <a:t>Environmental storytelling (ruins, logs, visual clues about the past)</a:t>
            </a:r>
            <a:endParaRPr sz="1385"/>
          </a:p>
          <a:p>
            <a:pPr indent="-316548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85"/>
              <a:buChar char="○"/>
            </a:pPr>
            <a:r>
              <a:rPr lang="en" sz="1385"/>
              <a:t>Potential multiple endings based on player choices or collectibles</a:t>
            </a:r>
            <a:endParaRPr sz="1385"/>
          </a:p>
          <a:p>
            <a:pPr indent="-3362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95"/>
              <a:buChar char="●"/>
            </a:pPr>
            <a:r>
              <a:rPr lang="en" sz="1695"/>
              <a:t>Music</a:t>
            </a:r>
            <a:endParaRPr sz="1695"/>
          </a:p>
          <a:p>
            <a:pPr indent="-3362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95"/>
              <a:buChar char="●"/>
            </a:pPr>
            <a:r>
              <a:rPr lang="en" sz="1695"/>
              <a:t>Online Leaderboard</a:t>
            </a:r>
            <a:endParaRPr sz="1695"/>
          </a:p>
          <a:p>
            <a:pPr indent="-3362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95"/>
              <a:buChar char="●"/>
            </a:pPr>
            <a:r>
              <a:rPr lang="en" sz="1695"/>
              <a:t>Console/Mobile Support</a:t>
            </a:r>
            <a:endParaRPr sz="1695"/>
          </a:p>
          <a:p>
            <a:pPr indent="-3362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95"/>
              <a:buChar char="●"/>
            </a:pPr>
            <a:r>
              <a:rPr lang="en" sz="1695"/>
              <a:t>Conclusion for Main Story</a:t>
            </a:r>
            <a:endParaRPr sz="1695"/>
          </a:p>
        </p:txBody>
      </p:sp>
      <p:pic>
        <p:nvPicPr>
          <p:cNvPr id="122" name="Google Shape;122;p20" title="character-sprites-fin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1824" y="3295537"/>
            <a:ext cx="4539775" cy="107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 title="venu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5950" y="-553012"/>
            <a:ext cx="2667000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 title="su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1825" y="726263"/>
            <a:ext cx="2667000" cy="28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